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TechCorp 2024 Investor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Results &amp; 2025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 revenue of $2.8B (+23% YoY)</a:t>
            </a:r>
          </a:p>
          <a:p>
            <a:r>
              <a:t>500+ enterprise AI customers</a:t>
            </a:r>
          </a:p>
          <a:p>
            <a:r>
              <a:t>Acquisition of DataFlow Systems completed</a:t>
            </a:r>
          </a:p>
          <a:p>
            <a:r>
              <a:t>Expansion into Asia-Pacific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$2.28B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$310M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